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2918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74320" y="1234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HôpitalGS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3931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d'Année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— 2025 /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0" y="10972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Gestion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Hospitalière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Django de gestion des rendez-vous,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ordonnances, dossiers médicaux et statistiques hospitalières.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3458804"/>
            <a:ext cx="5029200" cy="73152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4048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Bekbachi Mohamed Reda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Zakaria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Bouariss</a:t>
            </a:r>
            <a:endParaRPr lang="en-US" sz="11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Ishak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outiq</a:t>
            </a:r>
            <a:endParaRPr lang="en-US" sz="11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Encadrant :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Hamza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Abouabid</a:t>
            </a:r>
            <a:endParaRPr lang="en-US" sz="11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4160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soutenance </a:t>
            </a: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20 / 05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2026</a:t>
            </a:r>
            <a:endParaRPr lang="en-US" sz="10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11D59C6-0CAD-8196-7452-A3C699F5C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153" y="144295"/>
            <a:ext cx="4623853" cy="10035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02920" cy="7498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Contexte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50292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100584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50292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9659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196596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Architecture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9659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1965960"/>
            <a:ext cx="502920" cy="7498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19659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40680" y="196596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— Interfaces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926080"/>
            <a:ext cx="50292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9260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292608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29260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2926080"/>
            <a:ext cx="50292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29260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40680" y="292608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388620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3886200"/>
            <a:ext cx="502920" cy="7498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38862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60120" y="388620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Problématique &amp; Contexte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73E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Situation actuelle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Agendas papier → doubles réservations fréquentes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Ordonnances manuscrites non archivées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patients éparpillés entre services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vue d'ensemble pour l'administrateur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perdu, erreurs évitables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73E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Notre solution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web centralisée et sécurisée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rôles : Patient, Médecin, Administrateur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automatique des créneaux (30 min)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PDF des ordonnances (ReportLab)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calendrier + statistiques en temps réel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Objectifs du Projet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73E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38404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444752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RDV en ligne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dossier médical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ordonnances PDF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Recevoir notifications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73E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432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444752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planning (FullCalendar)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/ Refuser RDV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ordonnances &amp; CR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dossiers patients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73E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444752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global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comptes &amp; services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statistiques (Chart.js)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avancée patients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Conception : Diagramme de Cas d'Utilisation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1896468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34640" y="914400"/>
            <a:ext cx="60350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73E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017520" y="1005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 &amp; Interactions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17520" y="1463040"/>
            <a:ext cx="109728" cy="7498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46120" y="1463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46120" y="1810512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S'inscrire, prendre/annuler RDV, consulter dossier, télécharger PDF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017520" y="2468880"/>
            <a:ext cx="10972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46120" y="2468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46120" y="2816352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Confirmer/refuser RDV, rédiger ordonnance &amp; CR, consulter planning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017520" y="3474720"/>
            <a:ext cx="10972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46120" y="3474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46120" y="3822192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comptes, services, superviser RDV, rapports statistiques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017520" y="440283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: «include» disponibilité médecin  |  «extend» téléchargement PDF  |  «extend» désactivation compte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Conception : Diagramme de Classes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32" y="868680"/>
            <a:ext cx="3901338" cy="42997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0" y="868680"/>
            <a:ext cx="3566160" cy="55428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73E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40680" y="960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principales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40680" y="1353312"/>
            <a:ext cx="73152" cy="3474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577840" y="13533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CustomUser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577840" y="15361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: rôle, email, téléphone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40680" y="1810512"/>
            <a:ext cx="7315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577840" y="18105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77840" y="1993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date_naissance, groupe_sanguin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40680" y="2267712"/>
            <a:ext cx="7315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577840" y="22677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Medecin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577840" y="2450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specialite, service, disponible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40680" y="2724912"/>
            <a:ext cx="7315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577840" y="27249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RendezVous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577840" y="29077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statut, date, motif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40680" y="3182112"/>
            <a:ext cx="73152" cy="3474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577840" y="31821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Ordonnance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577840" y="33649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contenu, date → PDF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40680" y="3639312"/>
            <a:ext cx="7315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577840" y="36393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DossierMedical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577840" y="38221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antécédents, allergies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440680" y="4096512"/>
            <a:ext cx="7315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577840" y="40965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577840" y="4279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message, lue, destinataire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440680" y="4553712"/>
            <a:ext cx="73152" cy="3474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577840" y="45537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577840" y="4736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description, chef_service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64592" y="5486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Conception Technique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768096"/>
            <a:ext cx="484632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" y="363931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MVT de l'application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166360" y="804672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66360" y="1188720"/>
            <a:ext cx="3822192" cy="530352"/>
          </a:xfrm>
          <a:prstGeom prst="rect">
            <a:avLst/>
          </a:prstGeom>
          <a:solidFill>
            <a:srgbClr val="F4F4F6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257800" y="126187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766560" y="126187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166360" y="1783080"/>
            <a:ext cx="382219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257800" y="18562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66560" y="18562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via phpMyAdmin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66360" y="2377440"/>
            <a:ext cx="3822192" cy="530352"/>
          </a:xfrm>
          <a:prstGeom prst="rect">
            <a:avLst/>
          </a:prstGeom>
          <a:solidFill>
            <a:srgbClr val="F4F4F6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57800" y="24505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766560" y="245059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 (Model–View–Template)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166360" y="2971800"/>
            <a:ext cx="382219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257800" y="30449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304495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</a:t>
            </a:r>
            <a:r>
              <a:rPr lang="en-US" sz="1200" b="1" dirty="0"/>
              <a:t> </a:t>
            </a:r>
            <a:r>
              <a:rPr lang="en-US" sz="1200" dirty="0"/>
              <a:t>Font Awesome 6</a:t>
            </a:r>
            <a:r>
              <a:rPr lang="en-US" sz="1200" b="1" dirty="0"/>
              <a:t>, </a:t>
            </a:r>
            <a:r>
              <a:rPr lang="en-US" sz="1200" dirty="0"/>
              <a:t>Chart.js</a:t>
            </a:r>
          </a:p>
        </p:txBody>
      </p:sp>
      <p:sp>
        <p:nvSpPr>
          <p:cNvPr id="20" name="Shape 17"/>
          <p:cNvSpPr/>
          <p:nvPr/>
        </p:nvSpPr>
        <p:spPr>
          <a:xfrm>
            <a:off x="5166360" y="3566160"/>
            <a:ext cx="3822192" cy="530352"/>
          </a:xfrm>
          <a:prstGeom prst="rect">
            <a:avLst/>
          </a:prstGeom>
          <a:solidFill>
            <a:srgbClr val="F4F4F6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257800" y="36393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Sécu.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766560" y="36393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sessions, CSRF, rôles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166360" y="4160520"/>
            <a:ext cx="382219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r>
              <a:rPr lang="fr-FR" dirty="0"/>
              <a:t> 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257800" y="423367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766560" y="423367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(génération PDF)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2DFAD1A8-84DA-3519-2A7E-3A45CF68E5A0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03 Architecture &amp; Conception Technique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Réalisation : Dashboard Administrateur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5943600" cy="3743656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492240" y="96012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54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92240" y="960120"/>
            <a:ext cx="73152" cy="8686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29400" y="1033272"/>
            <a:ext cx="21945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0" y="143789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92240" y="192024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92240" y="192024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29400" y="1993392"/>
            <a:ext cx="21945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583680" y="239801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92240" y="288036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492240" y="288036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29400" y="2953512"/>
            <a:ext cx="21945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583680" y="335813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92240" y="384048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492240" y="3840480"/>
            <a:ext cx="73152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629400" y="3913632"/>
            <a:ext cx="21945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6583680" y="431825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74320" y="470916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accessibles : Patients · Médecins · Services · RDV · Rapports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Réalisation : Dashboard Médecin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5943600" cy="3693833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446520" y="914400"/>
            <a:ext cx="2423160" cy="369383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73E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37960" y="1005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Sophie Coste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Généraliste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92240" y="1691640"/>
            <a:ext cx="7315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29400" y="1691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RDV en attente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92240" y="2212848"/>
            <a:ext cx="73152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29400" y="22128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Bouton Confirmer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92240" y="2734056"/>
            <a:ext cx="7315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29400" y="27340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Bouton Refuser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92240" y="3255264"/>
            <a:ext cx="73152" cy="38404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29400" y="32552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auto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patient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92240" y="3776472"/>
            <a:ext cx="73152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629400" y="37764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FullCalendar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92240" y="4297680"/>
            <a:ext cx="7315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629400" y="4297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ordonnances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dossiers patients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Réalisation : Dashboard Patient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5943600" cy="3706594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446520" y="914400"/>
            <a:ext cx="2423160" cy="370659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73E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37960" y="10058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Catherine Evrard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92240" y="1627632"/>
            <a:ext cx="73152" cy="4114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29400" y="16276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Rendez-vous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92240" y="2148840"/>
            <a:ext cx="73152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29400" y="2148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Dossier médical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92240" y="2670048"/>
            <a:ext cx="7315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29400" y="26700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sanguin A−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Allergies, Antécédents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92240" y="3191256"/>
            <a:ext cx="73152" cy="4114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29400" y="319125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RDV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statuts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92240" y="3712464"/>
            <a:ext cx="73152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629400" y="37124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Nouveau RDV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clic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92240" y="4233672"/>
            <a:ext cx="7315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629400" y="42336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ordonnances PDF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Technologies Utilisées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60020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ORM / MVT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114300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160020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relationnelle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7432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743200" cy="914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27648" y="114300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27648" y="160020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PDF ordonnances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246888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46120" y="2331720"/>
            <a:ext cx="27432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46120" y="2331720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55848" y="246888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55848" y="292608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statistiques admin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2331720"/>
            <a:ext cx="27432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0" y="2331720"/>
            <a:ext cx="2743200" cy="914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27648" y="246888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FontAwesome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27648" y="292608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Icônes navigation &amp; boutons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2539731"/>
            <a:ext cx="27432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2539731"/>
            <a:ext cx="27432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2711105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4048" y="3168305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backend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46120" y="3657600"/>
            <a:ext cx="27432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46120" y="3657600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55848" y="379476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355848" y="425196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utilisateur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17920" y="3657600"/>
            <a:ext cx="27432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17920" y="3657600"/>
            <a:ext cx="2743200" cy="914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27648" y="379476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27648" y="425196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Versionnement du code source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Difficultés Rencontrées &amp; Solutions Adoptées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73E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73152" cy="89611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25880" y="10515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permissions par rôle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146304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AbstractBaseUser + champ rôle + @login_required sur chaque vue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73E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73152" cy="8961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25880" y="20574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des </a:t>
            </a:r>
            <a:r>
              <a:rPr lang="en-US" sz="115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créneaux</a:t>
            </a: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2468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25880" y="246888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clean() dans RendezVousForm → comparaison des fenêtres temporelles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8595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73E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73152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25880" y="30632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PDF professionnelle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474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25880" y="347472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en-tête, tableaux, signature automatique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8595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73E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4023360"/>
            <a:ext cx="73152" cy="89611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25880" y="40690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circulaires entre apps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25880" y="448056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en chaînes de caractères dans ForeignKey (ex: 'patients.Patient')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Conclusion &amp; Perspectives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73E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Bilan du projet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404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applications Django modulaires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créneaux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PDF ordonnances (ReportLab)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temps réel patient/médecin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fr-FR" sz="1200" dirty="0"/>
              <a:t>Tableau des rendez-vous avec statuts colorés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Stats Chart.js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MVT sécurisée &amp; maintenable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73E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Perspectives d'évolution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8404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(Django REST Framework)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complémentaire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cloud (Docker + AWS)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Téléconsultation intégrée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email &amp; SMS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→ prédiction d'activité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74320" y="2148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HôpitalGS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40480" y="1188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attention 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840480" y="2651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3474720"/>
            <a:ext cx="5029200" cy="54864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Gestion Hospitalière — PFA PAR 2025/2026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40050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1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Bekbachi Mohamed Reda</a:t>
            </a:r>
          </a:p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Zakaria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Bouariss</a:t>
            </a:r>
            <a:endParaRPr lang="en-US" sz="11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Ishak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Ouatiq</a:t>
            </a:r>
            <a:endParaRPr lang="en-US" sz="11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Encadrant : Prof. Hamza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Abouabid</a:t>
            </a:r>
            <a:endParaRPr lang="en-US" sz="11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797</Words>
  <Application>Microsoft Office PowerPoint</Application>
  <PresentationFormat>Affichage à l'écran (16:9)</PresentationFormat>
  <Paragraphs>226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de Gestion Hospitalière — Soutenance PFA</dc:title>
  <dc:subject>PptxGenJS Presentation</dc:subject>
  <dc:creator>PptxGenJS</dc:creator>
  <cp:lastModifiedBy>Mohamed Reda El Bekbachi</cp:lastModifiedBy>
  <cp:revision>5</cp:revision>
  <dcterms:created xsi:type="dcterms:W3CDTF">2026-05-14T14:22:17Z</dcterms:created>
  <dcterms:modified xsi:type="dcterms:W3CDTF">2026-05-20T10:16:02Z</dcterms:modified>
</cp:coreProperties>
</file>